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096AE5B-CF20-4759-B1A9-3CCD8E87B30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95619962-7113-4E73-8375-59B0DE601639}" type="datetimeFigureOut">
              <a:rPr lang="ar-EG" smtClean="0"/>
              <a:t>01/07/1447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5EAA4F64-436B-4AB6-A94A-9429F5787EA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48256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A4F64-436B-4AB6-A94A-9429F5787EA7}" type="slidenum">
              <a:rPr lang="ar-EG" smtClean="0"/>
              <a:t>7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735438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A4F64-436B-4AB6-A94A-9429F5787EA7}" type="slidenum">
              <a:rPr lang="ar-EG" smtClean="0"/>
              <a:t>8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3718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9E16D-0A20-E5DD-EC4E-8939C1226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EEF5DC-A3CD-59E0-CA32-03C66FC86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B85AB-BC70-ABBD-84B6-701C6EACB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7644-D2F0-4D5B-AC71-46042048B6B3}" type="datetimeFigureOut">
              <a:rPr lang="ar-EG" smtClean="0"/>
              <a:t>01/07/1447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C7B1E-A444-744F-889C-65D15855F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5A403-D67D-284E-F418-55C30DCCB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2902-EDFE-43DA-B236-D27D4851A90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43719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66DF5-BC78-9722-FD33-968DF8B69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F9032-357F-3AD4-F2BF-218A15035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6DFDC-0DF2-86C6-9076-C374E039A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7644-D2F0-4D5B-AC71-46042048B6B3}" type="datetimeFigureOut">
              <a:rPr lang="ar-EG" smtClean="0"/>
              <a:t>01/07/1447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98EDD-95C6-96D6-D553-17FC17EE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E10A8-5804-CDA4-953C-7E55836D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2902-EDFE-43DA-B236-D27D4851A90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14163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6015-E648-E06E-B638-F4477DF4B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DF16B-B20F-DC4A-48FA-C5AD84AD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9D98B-62E6-7957-11E1-5A0D61E07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7644-D2F0-4D5B-AC71-46042048B6B3}" type="datetimeFigureOut">
              <a:rPr lang="ar-EG" smtClean="0"/>
              <a:t>01/07/1447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049E7-D140-078F-FEC8-C041F0E92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69878-B8E1-20E4-9FBF-7618537F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2902-EDFE-43DA-B236-D27D4851A90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37903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D67C3-BB0E-0FF0-6E72-1C499097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A13B0-0E35-9C9D-4127-50972FB7B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95579-F75F-8F5E-71BB-848DEEEDE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BF7D6-5F1C-2F21-C0B6-AFAAE3555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7644-D2F0-4D5B-AC71-46042048B6B3}" type="datetimeFigureOut">
              <a:rPr lang="ar-EG" smtClean="0"/>
              <a:t>01/07/1447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8269F-F3C1-E76F-A91E-59EBE8F51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9CA36-8543-633E-3BCE-2DF7A23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2902-EDFE-43DA-B236-D27D4851A90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33778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A115F-5F81-372C-7659-B2944C450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3CEDB-21FF-6DD9-8A0E-6544F4DC2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9F6D1A-D643-764E-A6B9-56AF6531F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A8F31-45DD-07A9-0132-F1B130BD2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573309-B5F2-BCEC-2D49-FD4F965B09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2EBE99-872F-E999-CF7C-E79F99F26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7644-D2F0-4D5B-AC71-46042048B6B3}" type="datetimeFigureOut">
              <a:rPr lang="ar-EG" smtClean="0"/>
              <a:t>01/07/1447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911BD2-C2CE-5535-5E06-620C70D1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D9266-7CC6-E991-27A7-5225C9ED3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2902-EDFE-43DA-B236-D27D4851A90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07928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BA8C9-ECBB-48E8-C58E-ADD75E695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02A19B-0262-6E50-976A-661F1F19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7644-D2F0-4D5B-AC71-46042048B6B3}" type="datetimeFigureOut">
              <a:rPr lang="ar-EG" smtClean="0"/>
              <a:t>01/07/1447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4AE7E-72E7-591A-6063-24DFD79F6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B2A00-03ED-4678-BEAE-C3CC07D8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2902-EDFE-43DA-B236-D27D4851A90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65630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624284-F9B3-ACC3-2EBC-ECCCC72A4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7644-D2F0-4D5B-AC71-46042048B6B3}" type="datetimeFigureOut">
              <a:rPr lang="ar-EG" smtClean="0"/>
              <a:t>01/07/1447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5047E3-58B5-B990-6A1D-7C4F489B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2D3A0-CDBA-F8C5-8B28-457461C2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2902-EDFE-43DA-B236-D27D4851A90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3099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E8B0-06F5-A03C-B012-41C752441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F9D41-A72D-C947-BCC3-3E2310F70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28BD2-81B8-FB10-60A5-1C9F02CA3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EBDCF-AC8F-48C2-6FDE-D9FF68734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7644-D2F0-4D5B-AC71-46042048B6B3}" type="datetimeFigureOut">
              <a:rPr lang="ar-EG" smtClean="0"/>
              <a:t>01/07/1447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F5EE0-1F1F-7125-0AEA-2FCB2F83A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14CE1-01E2-674F-551C-23064585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2902-EDFE-43DA-B236-D27D4851A90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1554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BA057-4581-36F9-079C-F6B8C7D3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ABFC6-0730-3497-5B64-61172FCA5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2B386-2F0D-D3A3-9BBF-A70BAC8ED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9045A-179A-E624-41D3-9E785FAA5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7644-D2F0-4D5B-AC71-46042048B6B3}" type="datetimeFigureOut">
              <a:rPr lang="ar-EG" smtClean="0"/>
              <a:t>01/07/1447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88DE3-2CFA-EE29-DA0C-B8759D6CC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FCA13-11BF-D3A6-9D8A-7CF2793E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2902-EDFE-43DA-B236-D27D4851A90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39015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3A14A-7842-3D4B-D230-2F452E40E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550B7-F6B3-983A-5C0D-80C82AFA6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C7403-AAFB-106C-A9DE-530170D0D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7644-D2F0-4D5B-AC71-46042048B6B3}" type="datetimeFigureOut">
              <a:rPr lang="ar-EG" smtClean="0"/>
              <a:t>01/07/1447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A7F0F-E64F-F0EA-8140-030BD645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C60DA-583B-3AA3-1195-441854A12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2902-EDFE-43DA-B236-D27D4851A90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88861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93639F-EC97-9832-B90A-C0AEF92078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E29E4D-8690-E8F4-53FB-395AFC20A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0C3A5-7FB5-84A6-78AE-4B41E2128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7644-D2F0-4D5B-AC71-46042048B6B3}" type="datetimeFigureOut">
              <a:rPr lang="ar-EG" smtClean="0"/>
              <a:t>01/07/1447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21046-40D7-CD6E-A675-D255CD28C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9396A-C2FB-DBC5-163D-939DEB3C3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12902-EDFE-43DA-B236-D27D4851A90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80595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0510B2-2BD4-957D-3DFE-DFB177F2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3B7BF-CEC3-669F-BB60-AC516CBF8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002B3-2D56-F822-6703-6AF6C2035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17644-D2F0-4D5B-AC71-46042048B6B3}" type="datetimeFigureOut">
              <a:rPr lang="ar-EG" smtClean="0"/>
              <a:t>01/07/1447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43492-A108-74C8-629F-9A53E5D5A5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69138-BF43-80F9-A638-EEAB12C3B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12902-EDFE-43DA-B236-D27D4851A90A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7009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C3ABA7-0B8A-BFBE-0257-516E897D53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5235"/>
          <a:stretch>
            <a:fillRect/>
          </a:stretch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122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CB1F2A-38C8-CCE8-C1A7-0FD91A0A8F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23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42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200E74-730E-3D0F-EF40-716A506E45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23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172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046E3F-1CC1-E7E8-E0EC-B37131B5A2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74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421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0E91EB-E9A5-C07B-B76C-4C21C5C9C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457200"/>
            <a:ext cx="1110113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41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40C853-C97D-660A-C112-D715D71563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943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544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631283-D5F3-2692-E8C8-8D13986469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52" b="5152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529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C93662-2738-B412-F007-7312F9734D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6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142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FB9D8F-EE14-BAB7-A283-AC0F5849E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37" y="457200"/>
            <a:ext cx="1126155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182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CCBC3A-0612-5D88-EBC5-F90DD0461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748" y="457200"/>
            <a:ext cx="7644503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77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</Words>
  <Application>Microsoft Office PowerPoint</Application>
  <PresentationFormat>Widescreen</PresentationFormat>
  <Paragraphs>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Osama Ibrahim</dc:creator>
  <cp:lastModifiedBy>Osama Ibrahim</cp:lastModifiedBy>
  <cp:revision>1</cp:revision>
  <dcterms:created xsi:type="dcterms:W3CDTF">2025-12-20T18:40:25Z</dcterms:created>
  <dcterms:modified xsi:type="dcterms:W3CDTF">2025-12-20T18:57:36Z</dcterms:modified>
</cp:coreProperties>
</file>